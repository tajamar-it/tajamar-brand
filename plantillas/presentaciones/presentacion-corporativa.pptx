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6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869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185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884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0127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04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783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87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785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949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208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32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67821-CFA6-439D-B35D-7FB9A29F1E4B}" type="datetimeFigureOut">
              <a:rPr lang="es-ES" smtClean="0"/>
              <a:t>21/07/2017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1A625-8FB2-4C9D-8B2D-389CD7F310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451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657600" y="2743200"/>
            <a:ext cx="7489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Presentación Corporativa</a:t>
            </a:r>
            <a:endParaRPr lang="es-ES" sz="4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657600" y="3451086"/>
            <a:ext cx="4718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Subtitular presentación corporativa</a:t>
            </a:r>
            <a:endParaRPr lang="es-E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3657600" y="385119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Fecha</a:t>
            </a:r>
            <a:endParaRPr lang="es-ES" sz="16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74" y="2070340"/>
            <a:ext cx="2487600" cy="3119849"/>
          </a:xfrm>
          <a:prstGeom prst="rect">
            <a:avLst/>
          </a:prstGeom>
        </p:spPr>
      </p:pic>
      <p:cxnSp>
        <p:nvCxnSpPr>
          <p:cNvPr id="8" name="Conector recto 7"/>
          <p:cNvCxnSpPr/>
          <p:nvPr/>
        </p:nvCxnSpPr>
        <p:spPr>
          <a:xfrm flipH="1" flipV="1">
            <a:off x="965201" y="2616200"/>
            <a:ext cx="9944099" cy="254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66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657600" y="2743200"/>
            <a:ext cx="7489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Presentación Corporativa</a:t>
            </a:r>
            <a:endParaRPr lang="es-ES" sz="4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657600" y="3451086"/>
            <a:ext cx="4718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Subtitular presentación corporativa</a:t>
            </a:r>
            <a:endParaRPr lang="es-E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3657600" y="385119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Fecha</a:t>
            </a:r>
            <a:endParaRPr lang="es-ES" sz="16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48" y="2079675"/>
            <a:ext cx="2485752" cy="3117532"/>
          </a:xfrm>
          <a:prstGeom prst="rect">
            <a:avLst/>
          </a:prstGeom>
        </p:spPr>
      </p:pic>
      <p:cxnSp>
        <p:nvCxnSpPr>
          <p:cNvPr id="21" name="Conector recto 20"/>
          <p:cNvCxnSpPr/>
          <p:nvPr/>
        </p:nvCxnSpPr>
        <p:spPr>
          <a:xfrm flipH="1" flipV="1">
            <a:off x="965201" y="2616200"/>
            <a:ext cx="9944099" cy="254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04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76300"/>
            <a:ext cx="11874500" cy="577494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193800" y="2171700"/>
            <a:ext cx="55114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Título de sección</a:t>
            </a:r>
            <a:endParaRPr lang="es-ES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320800" y="3035300"/>
            <a:ext cx="3416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Texto explicativo de sección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0"/>
            <a:ext cx="701074" cy="87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4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193800" y="2171700"/>
            <a:ext cx="55114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Título de sección</a:t>
            </a:r>
            <a:endParaRPr lang="es-ES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43" y="-1"/>
            <a:ext cx="12197143" cy="685800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7" y="0"/>
            <a:ext cx="685037" cy="859146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346200" y="2324100"/>
            <a:ext cx="55114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Título de sección</a:t>
            </a:r>
            <a:endParaRPr lang="es-ES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1493329" y="3093541"/>
            <a:ext cx="3416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Texto explicativo de sección</a:t>
            </a:r>
            <a:endParaRPr lang="es-E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42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0"/>
            <a:ext cx="701074" cy="879259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1058834" y="983407"/>
            <a:ext cx="2380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01_Título 01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058826" y="1667175"/>
            <a:ext cx="23807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02_Título 02</a:t>
            </a:r>
          </a:p>
          <a:p>
            <a:endParaRPr lang="es-ES" dirty="0"/>
          </a:p>
        </p:txBody>
      </p:sp>
      <p:sp>
        <p:nvSpPr>
          <p:cNvPr id="8" name="CuadroTexto 7"/>
          <p:cNvSpPr txBox="1"/>
          <p:nvPr/>
        </p:nvSpPr>
        <p:spPr>
          <a:xfrm>
            <a:off x="1041581" y="2329370"/>
            <a:ext cx="23807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03_Título 03</a:t>
            </a:r>
          </a:p>
          <a:p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1041581" y="3015652"/>
            <a:ext cx="23807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04_Título 04</a:t>
            </a:r>
          </a:p>
          <a:p>
            <a:endParaRPr lang="es-ES" dirty="0"/>
          </a:p>
        </p:txBody>
      </p:sp>
      <p:sp>
        <p:nvSpPr>
          <p:cNvPr id="10" name="CuadroTexto 9"/>
          <p:cNvSpPr txBox="1"/>
          <p:nvPr/>
        </p:nvSpPr>
        <p:spPr>
          <a:xfrm>
            <a:off x="1058834" y="3660594"/>
            <a:ext cx="23807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05_Título 05</a:t>
            </a:r>
          </a:p>
          <a:p>
            <a:endParaRPr lang="es-ES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581" y="2854417"/>
            <a:ext cx="3901466" cy="353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0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0"/>
            <a:ext cx="701074" cy="879259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1058834" y="983407"/>
            <a:ext cx="17443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01_Uno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058834" y="1828800"/>
            <a:ext cx="10224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Lorem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ipsum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dolor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sit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s-E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Consectetuer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Aenean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commodo </a:t>
            </a:r>
            <a:r>
              <a:rPr lang="es-E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liege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dolor. </a:t>
            </a:r>
            <a:r>
              <a:rPr lang="es-E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Aenean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massa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Cum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sociis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natoque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penatibus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et  </a:t>
            </a:r>
            <a:r>
              <a:rPr lang="es-E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magnis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parturient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s-E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nascetur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ridiculus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mus. </a:t>
            </a:r>
            <a:r>
              <a:rPr lang="es-E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Donec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quam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felis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s-E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ultricies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s-E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pellentesque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eu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s-ES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Nulla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consequat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massa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quis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enim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endParaRPr lang="es-ES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815" y="3351302"/>
            <a:ext cx="2958865" cy="282877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347" y="3351302"/>
            <a:ext cx="2838095" cy="2828777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108" y="3351302"/>
            <a:ext cx="2958865" cy="2828777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1380226" y="3588589"/>
            <a:ext cx="23102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Texto </a:t>
            </a:r>
          </a:p>
          <a:p>
            <a:r>
              <a:rPr lang="es-ES" sz="24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Destacado 1</a:t>
            </a:r>
            <a:endParaRPr lang="es-ES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4563369" y="3588588"/>
            <a:ext cx="23102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Texto </a:t>
            </a:r>
          </a:p>
          <a:p>
            <a:r>
              <a:rPr lang="es-ES" sz="24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Destacado 2</a:t>
            </a:r>
            <a:endParaRPr lang="es-ES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7872416" y="3588587"/>
            <a:ext cx="23102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Texto </a:t>
            </a:r>
          </a:p>
          <a:p>
            <a:r>
              <a:rPr lang="es-ES" sz="24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Destacado 3</a:t>
            </a:r>
            <a:endParaRPr lang="es-ES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50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97</Words>
  <Application>Microsoft Office PowerPoint</Application>
  <PresentationFormat>Panorámica</PresentationFormat>
  <Paragraphs>24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Alfonso López Agúndez</dc:creator>
  <cp:lastModifiedBy>Alfonso López Agúndez</cp:lastModifiedBy>
  <cp:revision>8</cp:revision>
  <dcterms:created xsi:type="dcterms:W3CDTF">2017-07-21T11:17:56Z</dcterms:created>
  <dcterms:modified xsi:type="dcterms:W3CDTF">2017-07-21T12:24:05Z</dcterms:modified>
</cp:coreProperties>
</file>